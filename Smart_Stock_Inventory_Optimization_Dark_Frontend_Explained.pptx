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Smart Stock Inventory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Project Milestone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ML-based Inventory Optimization System</a:t>
            </a:r>
          </a:p>
          <a:p>
            <a:pPr>
              <a:defRPr sz="1800">
                <a:solidFill>
                  <a:srgbClr val="E6E6E6"/>
                </a:solidFill>
              </a:defRPr>
            </a:pP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Presented by: Charishma 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Smart Stock is a full-stack inventory optimization system.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It predicts future product demand and helps retailers maintain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optimal stock levels using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What I Did – Overall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Understood problem statement and requirements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Collected and analyzed dataset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Built machine learning model for demand prediction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Developed frontend user interface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Integrated frontend with backend APIs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Tested complete system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Frontend Development – My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Designed responsive user interface using HTML and CSS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Created clean dashboard layout for inventory display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Implemented search and filtering of products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Highlighted low-stock items visually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Focused on user-friendly and simple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Frontend –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HTML5 – Page structure and forms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CSS3 – Styling, layout, and responsiveness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JavaScript – Dynamic updates and API calls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Fetch API – Communication with Flask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Frontend – Main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Product inventory display table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Input fields for store and item selection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Demand prediction output display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Visual indication for low stock levels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Simple and intuitive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Frontend –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1. User opens the inventory dashboard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2. User selects product or store details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3. Frontend sends request to Flask API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4. Backend returns predicted demand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5. Result is displayed on the UI in real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Backend &amp; ML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Flask REST APIs handle prediction requests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Random Forest model processes input data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Trained model loaded using Joblib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API sends prediction results back to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Random Forest Regressor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Handles seasonal and noisy retail data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Provides stable and accurate predictions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Achieved low RMSE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Model saved as smartstock_model.pkl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Source: Kaggle – Store Item Demand Forecasting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Time-series retail sales data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Columns: Date, Store, Item, Sales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Used for training and evaluation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Project Workflow – End to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1. Data collection and preprocessing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2. Exploratory Data Analysis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3. ML model training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4. Backend API creation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5. Frontend integration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6. Prediction and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AA66"/>
                </a:solidFill>
              </a:defRPr>
            </a:pPr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Future Enhancements: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Database integration (MySQL)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Automated reorder alerts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Cloud deployment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Mobile-friendly UI</a:t>
            </a:r>
          </a:p>
          <a:p>
            <a:pPr>
              <a:defRPr sz="1800">
                <a:solidFill>
                  <a:srgbClr val="E6E6E6"/>
                </a:solidFill>
              </a:defRPr>
            </a:pP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Conclusion: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Smart Stock helps retailers make data-driven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inventory decisions and reduce losses.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